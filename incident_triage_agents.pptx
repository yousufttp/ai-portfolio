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0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469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TRIAGE AGENTS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Classifier-Driven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Triage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Database-as-Message-Bus Architecture  •  GitHub Copilot Agents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594360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Proposal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as the central message bus — agents poll for work matching their swimlane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66360" y="1554480"/>
            <a:ext cx="1828800" cy="5486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516636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INPUT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2103120"/>
            <a:ext cx="0" cy="27432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937760" y="24231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1 machine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3154680"/>
            <a:ext cx="0" cy="32004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371600" y="3520440"/>
            <a:ext cx="9418320" cy="36576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3703320"/>
            <a:ext cx="9418320" cy="10972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4617720"/>
            <a:ext cx="941832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7947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DATABASE  —  Message Bus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1605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table  •  status state machine  •  swimlane tagging  •  agent_logs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23160" y="4983480"/>
            <a:ext cx="0" cy="32004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80760" y="4983480"/>
            <a:ext cx="0" cy="32004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38360" y="4983480"/>
            <a:ext cx="0" cy="32004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80160" y="534924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5413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AYS AGENT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5733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1 machine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6035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polls for swimlane=AYS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534924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5413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 AGENT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5733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2 machine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6035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polls for swimlane=DPP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595360" y="534924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8595360" y="5413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ORDER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95360" y="5733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3 machine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95360" y="6035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polls for swimlane=PendingOrder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63240" y="5349240"/>
            <a:ext cx="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720840" y="5349240"/>
            <a:ext cx="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378440" y="5349240"/>
            <a:ext cx="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927080" y="365760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EA580C"/>
          </a:solidFill>
          <a:ln/>
        </p:spPr>
      </p:sp>
      <p:sp>
        <p:nvSpPr>
          <p:cNvPr id="35" name="Text 33"/>
          <p:cNvSpPr/>
          <p:nvPr/>
        </p:nvSpPr>
        <p:spPr>
          <a:xfrm>
            <a:off x="10927080" y="3703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927080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92708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789920" y="4160520"/>
            <a:ext cx="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headEnd type="triangl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548640" y="65836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Solid arrows: data flow into DB        ⇢  Dashed arrows: agents write results back to DB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Lifecycle — Status State Machine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is a row that changes status as agents process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801368"/>
            <a:ext cx="77724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828800" y="1005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2618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up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5544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801368"/>
            <a:ext cx="77724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343400" y="1005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12618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0" y="155448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801368"/>
            <a:ext cx="77724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812280" y="1005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Swimlane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12280" y="12618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picks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155448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554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IN_PROGRESS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72600" y="1801368"/>
            <a:ext cx="77724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372600" y="1005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72600" y="12618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149840" y="15544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9840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PENDING_QA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064240" y="2057400"/>
            <a:ext cx="0" cy="54864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064240" y="2606040"/>
            <a:ext cx="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2606040"/>
            <a:ext cx="0" cy="45720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772400" y="2423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Agent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26791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up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20640" y="310896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175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pass?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49440" y="3429000"/>
            <a:ext cx="914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995160" y="3154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63840" y="315468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 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120640" y="3429000"/>
            <a:ext cx="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434840" y="3154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06040" y="3749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QA feedback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606040" y="315468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B91C1C"/>
          </a:solidFill>
          <a:ln/>
        </p:spPr>
      </p:sp>
      <p:sp>
        <p:nvSpPr>
          <p:cNvPr id="41" name="Text 39"/>
          <p:cNvSpPr/>
          <p:nvPr/>
        </p:nvSpPr>
        <p:spPr>
          <a:xfrm>
            <a:off x="260604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CLASSIFIED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389120"/>
            <a:ext cx="11247120" cy="16916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4389120"/>
            <a:ext cx="109728" cy="1691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4526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&amp; EDGE-CASE PATHS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77240" y="493776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6" name="Text 44"/>
          <p:cNvSpPr/>
          <p:nvPr/>
        </p:nvSpPr>
        <p:spPr>
          <a:xfrm>
            <a:off x="1051560" y="4892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classification confidence (&lt; 0.8)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51560" y="5138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status = NEEDS_HUMAN_REVIEW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77240" y="544068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9" name="Text 47"/>
          <p:cNvSpPr/>
          <p:nvPr/>
        </p:nvSpPr>
        <p:spPr>
          <a:xfrm>
            <a:off x="1051560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 agent fails to resolve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51560" y="5641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status = FAILED, attempt_count++, retry up to 2 times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493776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6537960" y="4892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fails 2 times in a row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37960" y="5138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status = NEEDS_HUMAN_REVIEW (loop prevention)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63640" y="544068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5" name="Text 53"/>
          <p:cNvSpPr/>
          <p:nvPr/>
        </p:nvSpPr>
        <p:spPr>
          <a:xfrm>
            <a:off x="6537960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machine crashes mid-resolution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537960" y="5641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heartbeat job re-queues stale IN_PROGRESS rows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Walkthrough — Lifecycle of One Incident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"Customer order stuck in pending state for 2 hours"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0" cy="20116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Arrives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7099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system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incidents (raw_payload, status='NEW')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8680" y="2898648"/>
            <a:ext cx="0" cy="201168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2585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Picks It 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55117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Agent (Dev 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280720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for status=NEW → atomic claim → LLM categorizes → status=CLASSIFIED, swimlane=PendingOrder, confidence=0.92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99816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998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68680" y="3739896"/>
            <a:ext cx="0" cy="201168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09981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Order Agent Picks It Up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3924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Order Agent (Dev 3)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36484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for status=CLASSIFIED AND swimlane=PendingOrder → atomic claim → status=IN_PROGRESS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941064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410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68680" y="4581144"/>
            <a:ext cx="0" cy="201168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39410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Troubleshoots &amp; Fixes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42336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Order Agent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17320" y="44897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order service logs → finds stuck queue message → clears it → order processes → status=PENDING_QA, notes recorded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782312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782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68680" y="5422392"/>
            <a:ext cx="0" cy="201168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47823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Validates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17320" y="5074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Agent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17320" y="5330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for status=PENDING_QA → checks fix + root cause + documentation → marks status=RESOLVED, qa_status=PASSED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6235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623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41732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17320" y="5916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17320" y="6172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in agent_logs table. Anyone can query the DB to see the complete history.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Design Principles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non-negotiables to make DB-as-message-bus reliable in production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91440" cy="2103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Schema is the Contract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swimlane, confidence, attempt_count — agreed columns are how agents communicate.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9144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772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State Machine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697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 CLASSIFIED → IN_PROGRESS → PENDING_QA → RESOLVED. Each agent only acts on its state.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463040"/>
            <a:ext cx="91440" cy="2103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41248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Pickup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2697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UPDATE SKIP LOCKED prevents two agents from grabbing the same incident.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94760"/>
            <a:ext cx="91440" cy="2103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77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2296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must be safe to re-run on the same incident without breaking things.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3794760"/>
            <a:ext cx="91440" cy="21031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977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61772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 Recovery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5029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IN_PROGRESS rows (&gt; 15 min) get re-queued automatically — no incident gets stuck.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7947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3794760"/>
            <a:ext cx="91440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3977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841248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Prevention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5029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attempt_count and qa_attempts at 2. After that, escalate to a human, no exceptions.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172200"/>
            <a:ext cx="1106424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6172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508760" y="6172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Logging  —  Every agent writes execution logs to agent_logs table; no need to access dev machines.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Schema — The Contract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DB is the message bus, the schema IS the inter-agent contract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39826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incident_id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UUID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key, unique per incident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raw_payload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incident description as received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ENUM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/ CLASSIFIED / IN_PROGRESS / PENDING_QA / RESOLVED / FAILED / NEEDS_HUMAN_REVIEW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swimlane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ENUM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AYS / DPP / PendingOrder — set by classifier, used by swimlane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assigned_to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agent picked it up — prevents double-processing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classification_confidence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DECIMAL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0.0 - 1.0; below threshold triggers human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attempt_count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counter — escalates to human at &gt;=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resolution_notes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resolver agent did, for QA +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qa_status / qa_feedback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ENUM / TEXT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verdict and detailed feedback for retry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picked_up_at / updated_at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TIMESTAMP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 heartbeat cleanup to detect stuck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Monitoring — How We Know It's Working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central harness, monitoring lives in the database itself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56616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Heartbeat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activity per 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updates a heartbeat timestamp every poll. Alert if any agent is silent &gt; 5 min.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508760"/>
            <a:ext cx="356616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Incidents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057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in IN_PROGRESS &gt; 15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a dev machine crash or stuck agent. Triggers heartbeat recovery job.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15087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508760"/>
            <a:ext cx="356616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by Swimlane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2057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of CLASSIFIED rows per swimlane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backlog means an agent is offline or overwhelmed. Alert at threshold.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840480"/>
            <a:ext cx="35661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40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Auto-Resolution Rate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389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RESOLVED without human review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5029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star metric. Tracks if the system is actually saving L1 effort.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43400" y="384048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43400" y="3840480"/>
            <a:ext cx="356616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0" name="Text 28"/>
          <p:cNvSpPr/>
          <p:nvPr/>
        </p:nvSpPr>
        <p:spPr>
          <a:xfrm>
            <a:off x="4343400" y="3840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Pass Rate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4389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PASSED on first QA attempt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0" y="5029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 resolver quality. Drop here means we need to improve resolver prompts.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38160" y="384048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8160" y="3840480"/>
            <a:ext cx="356616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8138160" y="3840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Rate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66760" y="4389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6676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ending in NEEDS_HUMAN_REVIEW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66760" y="5029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of automation success. Should trend down as system matures.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NEXT STEPS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Decisions for the Team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560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— at what score do we send to NEEDS_HUMAN_REVIEW?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2461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interval — 30 seconds default, or per-agent tuned?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931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caps — confirm 2 attempts before human escalation for both resolver and QA?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617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strategy — 100% of incidents, or risk-based sampling by severity?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— long-term, do we move agents off dev machines?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640080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1006</Words>
  <Application>Microsoft Office PowerPoint</Application>
  <PresentationFormat>Widescreen</PresentationFormat>
  <Paragraphs>186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Triage Agents - Architecture</dc:title>
  <dc:subject>PptxGenJS Presentation</dc:subject>
  <dc:creator>Yousuf</dc:creator>
  <cp:lastModifiedBy>Yousuf U</cp:lastModifiedBy>
  <cp:revision>2</cp:revision>
  <dcterms:created xsi:type="dcterms:W3CDTF">2026-04-28T23:33:31Z</dcterms:created>
  <dcterms:modified xsi:type="dcterms:W3CDTF">2026-04-28T23:40:45Z</dcterms:modified>
</cp:coreProperties>
</file>